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200">
                <a:solidFill>
                  <a:srgbClr val="1A73E8"/>
                </a:solidFill>
              </a:defRPr>
            </a:pPr>
            <a:r>
              <a:t>Python 文件IO性能优化实战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从多进程到异步IO的演进之路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2D3748"/>
                </a:solidFill>
              </a:defRPr>
            </a:pPr>
            <a:r>
              <a:t>1. 问题背景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2. 方案对比分析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3. 异步IO实现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4. 编码检测优化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5. 缓冲区优化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6. 性能测试结果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7. 代码改造实践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8. 经验总结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问题背景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2D3748"/>
                </a:solidFill>
              </a:defRPr>
            </a:pPr>
            <a:r>
              <a:t>初始方案：多进程并行解析大文件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预期：充分利用多核CPU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实际：性能劣于同步读取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根因分析：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进程启动开销大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数据序列化开销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内存拷贝成本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方案对比分析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加速比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多进程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ProcessPoolExecutor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0.08x-0.59x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充分利用多核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进程启动开销大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多线程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ThreadPoolExecutor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0.84x-1.02x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无进程开销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GIL限制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异步IO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asyncio + aiofiles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0.95x-1.25x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无阻塞等待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单线程CPU限制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异步IO实现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2D3748"/>
                </a:solidFill>
              </a:defRPr>
            </a:pPr>
            <a:r>
              <a:t>核心技术：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aiofiles 异步文件操作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流式分块读取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剩余数据处理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代码示例：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async with aiofiles.open(file, "rb") as f: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    while True: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        chunk = await f.read(buffer_size)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        if not chunk: break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编码检测优化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编码格式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chardet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charset_normalizer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UTF-8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UTF-16 LE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UTF-16 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GBK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Big5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缓冲区优化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缓冲区大小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耗时(ms)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加速比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IO次数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64KB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0.86x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256KB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1.03x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512KB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1MB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自适应缓冲区策略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2D3748"/>
                </a:solidFill>
              </a:defRPr>
            </a:pPr>
            <a:r>
              <a:t>根据文件大小自动选择缓冲区：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&lt; 1MB → 64KB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- 1-10MB → 256KB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- 10-50MB → 512KB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&gt; 50MB → 1MB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最优选择：256KB-512KB（平衡IO次数与内存）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A73E8"/>
                </a:solidFill>
              </a:defRPr>
            </a:pPr>
            <a:r>
              <a:t>性能测试结果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文件大小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同步(ms)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异步IO(ms)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加速比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5.81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135.29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136.10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11.68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205.32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223.37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23.88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465.19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492.81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0.94x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60.51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1326.39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1060.73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代码改造实践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2D3748"/>
                </a:solidFill>
              </a:defRPr>
            </a:pPr>
            <a:r>
              <a:t>修改的核心文件：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utils/file_reader.py → 整合异步IO + charset_normalizer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utils/async_file_reader.py → 添加自适应缓冲区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删除的文件：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test_performance_v2.py（多进程测试）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test_large_file_parallel.py（多进程测试）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向后兼容：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read_json_lines_parallel() → 内部调用异步IO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73E8"/>
                </a:solidFill>
              </a:defRPr>
            </a:pPr>
            <a:r>
              <a:t>经验总结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2D3748"/>
                </a:solidFill>
              </a:defRPr>
            </a:pPr>
            <a:r>
              <a:t>✅ 优化收获：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性能提升：大文件1.25x加速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编码问题解决：UTF-16检测100%准确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代码简化：移除复杂多进程逻辑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💡 教训总结：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不要盲目相信多进程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IO密集型任务首选异步IO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缓冲区大小需要调优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  - 编码检测库选择很重要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200">
                <a:solidFill>
                  <a:srgbClr val="1A73E8"/>
                </a:solidFill>
              </a:defRPr>
            </a:pPr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感谢观看！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